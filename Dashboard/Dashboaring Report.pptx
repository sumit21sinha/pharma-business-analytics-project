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7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081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2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8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17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40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1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16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8796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0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70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693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19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61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C3F7C-A822-4511-91A2-45B22136E45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15347-780C-4E89-86EF-1BA53298C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721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2E3FA6-4207-EF1C-7694-A0C5A0D5EAE2}"/>
              </a:ext>
            </a:extLst>
          </p:cNvPr>
          <p:cNvSpPr/>
          <p:nvPr/>
        </p:nvSpPr>
        <p:spPr>
          <a:xfrm>
            <a:off x="592827" y="0"/>
            <a:ext cx="110063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PHARMA DATA/BUSINESS ANALYTICS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C7012-7EA3-0398-CCDD-FAFCF5670312}"/>
              </a:ext>
            </a:extLst>
          </p:cNvPr>
          <p:cNvSpPr txBox="1"/>
          <p:nvPr/>
        </p:nvSpPr>
        <p:spPr>
          <a:xfrm>
            <a:off x="747252" y="1160206"/>
            <a:ext cx="110022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800" dirty="0"/>
              <a:t>Data Collection</a:t>
            </a:r>
          </a:p>
          <a:p>
            <a:pPr marL="342900" indent="-342900">
              <a:buAutoNum type="arabicParenR"/>
            </a:pPr>
            <a:r>
              <a:rPr lang="en-US" sz="2800" dirty="0"/>
              <a:t>Data Cleaning</a:t>
            </a:r>
          </a:p>
          <a:p>
            <a:pPr marL="342900" indent="-342900">
              <a:buAutoNum type="arabicParenR"/>
            </a:pPr>
            <a:r>
              <a:rPr lang="en-US" sz="2800" dirty="0"/>
              <a:t>Table(columns) Merging</a:t>
            </a:r>
          </a:p>
          <a:p>
            <a:pPr marL="342900" indent="-342900">
              <a:buAutoNum type="arabicParenR"/>
            </a:pPr>
            <a:r>
              <a:rPr lang="en-US" sz="2800" dirty="0"/>
              <a:t>Pivot Tables formation</a:t>
            </a:r>
          </a:p>
          <a:p>
            <a:pPr marL="342900" indent="-342900">
              <a:buAutoNum type="arabicParenR"/>
            </a:pPr>
            <a:r>
              <a:rPr lang="en-US" sz="2800" dirty="0"/>
              <a:t>KPIs highlighted</a:t>
            </a:r>
          </a:p>
          <a:p>
            <a:pPr marL="342900" indent="-342900">
              <a:buAutoNum type="arabicParenR"/>
            </a:pPr>
            <a:r>
              <a:rPr lang="en-US" sz="2800" dirty="0"/>
              <a:t>Various graphs visualized</a:t>
            </a:r>
          </a:p>
          <a:p>
            <a:pPr marL="342900" indent="-342900">
              <a:buAutoNum type="arabicParenR"/>
            </a:pPr>
            <a:r>
              <a:rPr lang="en-US" sz="2800" dirty="0"/>
              <a:t>Business Insights drawn out</a:t>
            </a:r>
          </a:p>
          <a:p>
            <a:pPr marL="342900" indent="-342900">
              <a:buAutoNum type="arabicParenR"/>
            </a:pPr>
            <a:r>
              <a:rPr lang="en-US" sz="2800" dirty="0"/>
              <a:t>Reporting Done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9F418-8103-FE16-FB7A-38673DACD86C}"/>
              </a:ext>
            </a:extLst>
          </p:cNvPr>
          <p:cNvSpPr txBox="1"/>
          <p:nvPr/>
        </p:nvSpPr>
        <p:spPr>
          <a:xfrm>
            <a:off x="8101782" y="5781368"/>
            <a:ext cx="3913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Sumit Sinha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https://www.linkedin.com/in/sumit-sinha-454a232a6/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What is Business Analytics? Definition, Aspects and Uses">
            <a:extLst>
              <a:ext uri="{FF2B5EF4-FFF2-40B4-BE49-F238E27FC236}">
                <a16:creationId xmlns:a16="http://schemas.microsoft.com/office/drawing/2014/main" id="{1DFADE6F-4FD7-1F70-CCE6-B697C59F1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383" y="1022462"/>
            <a:ext cx="5317365" cy="38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9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29273A-EAED-EC3A-4C0A-C235E9A8C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484"/>
            <a:ext cx="12216407" cy="65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8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0CD4E-FD40-9AEE-3CB1-289678979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6"/>
          <a:stretch>
            <a:fillRect/>
          </a:stretch>
        </p:blipFill>
        <p:spPr>
          <a:xfrm>
            <a:off x="0" y="0"/>
            <a:ext cx="12192000" cy="686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86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3F8709-82EC-C274-D9EB-8E872AFF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38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F6766-125F-8F58-7AAE-51C34DB9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8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7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Statistics PowerPoint Template and Google Slides">
            <a:extLst>
              <a:ext uri="{FF2B5EF4-FFF2-40B4-BE49-F238E27FC236}">
                <a16:creationId xmlns:a16="http://schemas.microsoft.com/office/drawing/2014/main" id="{EADD5945-7354-277B-02CC-9E4DBEBE6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3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843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</TotalTime>
  <Words>45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Sinha</dc:creator>
  <cp:lastModifiedBy>Sumit Sinha</cp:lastModifiedBy>
  <cp:revision>2</cp:revision>
  <dcterms:created xsi:type="dcterms:W3CDTF">2026-06-30T10:53:07Z</dcterms:created>
  <dcterms:modified xsi:type="dcterms:W3CDTF">2026-06-30T11:08:26Z</dcterms:modified>
</cp:coreProperties>
</file>